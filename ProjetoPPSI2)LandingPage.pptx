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E185AE-E2D0-CD19-9277-600AD537C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1A1B11-956A-D0BA-A074-F9964613C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70021F-E00A-ABCC-E0F7-96110B3B7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F0481C-445C-8542-5455-F4F10CCE1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0766AA-BF72-2982-E286-5F15851C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12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ADF92-9D6C-8E36-3E39-76E2281C5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0B3065-9BEB-2C4E-7BB9-03B7A90AE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1AC29-61FD-6B07-40AE-D3119B3C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F814E1-4D7C-40A3-5E1E-264168B0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551875-1EAD-15AD-4408-A8930572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290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44185-DB6B-909E-0A8A-7E6DF84E9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A8CBBE-1C84-6624-1692-A66765AEF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E2F779-80C4-DCED-6A65-70C8BB510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3F7707-C712-AA84-0458-3EFA13130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E00BD9-F55F-92FF-5670-1B513CCD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285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D2170-448D-0D80-4BA3-26C5729C9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7FA537-FA02-10D1-1B5E-0336D70D5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761975-855E-ACC2-4A2A-6D2129B76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788BCD-4073-52C5-BB09-716698DFF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A67258-00FA-C569-9D2D-8DEA2A5A5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6A1C75-F7E1-E5C7-43A2-C59EFF00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9360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A63CC-C632-1009-F9B2-AC9599F70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7B7E62-33C2-1A35-C440-35DDC8B39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3BDAD2-2735-76DF-1E9C-43521853E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87A69C8-7AB0-8018-1958-A2E4AE81A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D277D2-1B4A-EA0E-E06F-014AA69EA8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3BD7564-9622-B840-50AB-049571CBA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0F951FE-EF6D-A45B-7BBF-3B55AFA19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9CAE2D1-F0B4-DA41-27D1-032FAFABC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352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365A0B-9221-07E8-65B1-AD24BCA65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9F67711-F013-A86B-C028-F901D00B9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78C8694-93EB-ACB5-1B05-BEDCB8187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2B95EF-24ED-1617-C2A7-D9688594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46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958D967-7865-794A-CEA4-EDF8EBC5F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AF0ED8D-738E-C001-F5A6-3CA65A7D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D28C1C-FB1E-ED7A-2E6A-98D98A026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538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DE297-408B-29E4-D935-BBD5D181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6E5859-6347-5FD8-4F97-C1AE4006F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10AB64-9528-5A10-1A16-084948587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448A2D-582E-048F-9733-C51FD5403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4078E7-7307-E65B-4B6B-3E7EE8EA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46D543-457B-0A97-99A5-BDDCD4C3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3133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E7479-B4A8-6B11-E164-1F40DC8D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868DBE-52C3-5BC9-69AF-40E0C70C54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7883BC-899F-8700-38AA-C6B4420AE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1FE2A8-91A9-2002-01C4-D39352D14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67C9B5-99D6-311D-F5A7-A182BD3CA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BCB7B1-F93F-C788-D2AA-FF21C224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415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80A43-6E83-638D-FFE1-545122D2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6DA421-C050-7DAD-1D83-BC66683F7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A9EE99-378C-00CC-A21A-BD4B7DED8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E106D1-9684-BAC2-0EAF-3778F2F35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C52239-3C8F-AA6E-27EC-FFACC6BD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0760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4C7F3C-0C33-AEF3-CB35-5E83354F6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A85C0C-D735-75CE-239A-CABB9D16C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092899-AE66-E589-4871-C7365C58F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E5F05B-1153-D2B8-7E46-7FC1269C5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1D6071-8D59-BDEF-9669-EDEC8BC3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57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F1087E-80E6-198E-9F78-B8D1F62C4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72CFAA-191A-C133-0848-E9D36334D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1B4677-14A1-0704-95A0-BF3795291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ED6A1-04BE-4D48-B1E9-8EAFB67E5DA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6BECFC-2DD4-B7EC-7E46-BEEF7DCFA0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420E22-8CD7-3734-7FD1-C2EC44411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7878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2F9ED-E728-ACB5-4B75-F303FED63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9BB80DD5-05E2-02BC-C698-5D7AE69EF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489" y="0"/>
            <a:ext cx="122184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11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E1ADF-0E22-7BDC-B4F8-CF19861F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em branco e preto&#10;&#10;O conteúdo gerado por IA pode estar incorreto.">
            <a:extLst>
              <a:ext uri="{FF2B5EF4-FFF2-40B4-BE49-F238E27FC236}">
                <a16:creationId xmlns:a16="http://schemas.microsoft.com/office/drawing/2014/main" id="{646169FA-9E6B-56FB-6EB9-F4A765448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pic>
        <p:nvPicPr>
          <p:cNvPr id="9" name="Imagem 8" descr="Tela de celular com publicação numa rede social&#10;&#10;O conteúdo gerado por IA pode estar incorreto.">
            <a:extLst>
              <a:ext uri="{FF2B5EF4-FFF2-40B4-BE49-F238E27FC236}">
                <a16:creationId xmlns:a16="http://schemas.microsoft.com/office/drawing/2014/main" id="{32ACE24E-0F86-0947-275A-E4B5FE932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" y="290512"/>
            <a:ext cx="10506075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428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3</cp:revision>
  <dcterms:created xsi:type="dcterms:W3CDTF">2026-05-22T00:10:43Z</dcterms:created>
  <dcterms:modified xsi:type="dcterms:W3CDTF">2026-05-22T21:08:52Z</dcterms:modified>
</cp:coreProperties>
</file>