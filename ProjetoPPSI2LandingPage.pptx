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4" r:id="rId7"/>
    <p:sldId id="265" r:id="rId8"/>
    <p:sldId id="266" r:id="rId9"/>
    <p:sldId id="267" r:id="rId10"/>
    <p:sldId id="268" r:id="rId11"/>
    <p:sldId id="270" r:id="rId12"/>
    <p:sldId id="271" r:id="rId13"/>
    <p:sldId id="269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E185AE-E2D0-CD19-9277-600AD537C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1A1B11-956A-D0BA-A074-F9964613C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70021F-E00A-ABCC-E0F7-96110B3B7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F0481C-445C-8542-5455-F4F10CCE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0766AA-BF72-2982-E286-5F15851C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12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ADF92-9D6C-8E36-3E39-76E2281C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0B3065-9BEB-2C4E-7BB9-03B7A90AE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1AC29-61FD-6B07-40AE-D3119B3C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F814E1-4D7C-40A3-5E1E-264168B0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551875-1EAD-15AD-4408-A89305728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0290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44185-DB6B-909E-0A8A-7E6DF84E9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A8CBBE-1C84-6624-1692-A66765AEF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E2F779-80C4-DCED-6A65-70C8BB510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3F7707-C712-AA84-0458-3EFA13130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E00BD9-F55F-92FF-5670-1B513CCDE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2856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D2170-448D-0D80-4BA3-26C5729C9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7FA537-FA02-10D1-1B5E-0336D70D5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9761975-855E-ACC2-4A2A-6D2129B76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788BCD-4073-52C5-BB09-716698DFF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2A67258-00FA-C569-9D2D-8DEA2A5A5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6A1C75-F7E1-E5C7-43A2-C59EFF00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9360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A63CC-C632-1009-F9B2-AC9599F70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7B7E62-33C2-1A35-C440-35DDC8B39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3BDAD2-2735-76DF-1E9C-43521853E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87A69C8-7AB0-8018-1958-A2E4AE81A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D277D2-1B4A-EA0E-E06F-014AA69EA8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3BD7564-9622-B840-50AB-049571CBA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0F951FE-EF6D-A45B-7BBF-3B55AFA19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9CAE2D1-F0B4-DA41-27D1-032FAFABC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352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65A0B-9221-07E8-65B1-AD24BCA6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9F67711-F013-A86B-C028-F901D00B9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78C8694-93EB-ACB5-1B05-BEDCB8187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2B95EF-24ED-1617-C2A7-D9688594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46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958D967-7865-794A-CEA4-EDF8EBC5F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AF0ED8D-738E-C001-F5A6-3CA65A7D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D28C1C-FB1E-ED7A-2E6A-98D98A02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389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DE297-408B-29E4-D935-BBD5D181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6E5859-6347-5FD8-4F97-C1AE4006F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10AB64-9528-5A10-1A16-084948587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448A2D-582E-048F-9733-C51FD5403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4078E7-7307-E65B-4B6B-3E7EE8EA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46D543-457B-0A97-99A5-BDDCD4C3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313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E7479-B4A8-6B11-E164-1F40DC8D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0868DBE-52C3-5BC9-69AF-40E0C70C54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7883BC-899F-8700-38AA-C6B4420AE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1FE2A8-91A9-2002-01C4-D39352D14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67C9B5-99D6-311D-F5A7-A182BD3CA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BCB7B1-F93F-C788-D2AA-FF21C224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415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80A43-6E83-638D-FFE1-545122D2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6DA421-C050-7DAD-1D83-BC66683F7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A9EE99-378C-00CC-A21A-BD4B7DED8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E106D1-9684-BAC2-0EAF-3778F2F35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C52239-3C8F-AA6E-27EC-FFACC6BD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0760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4C7F3C-0C33-AEF3-CB35-5E83354F61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A85C0C-D735-75CE-239A-CABB9D16C2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092899-AE66-E589-4871-C7365C58F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D6A1-04BE-4D48-B1E9-8EAFB67E5DA9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E5F05B-1153-D2B8-7E46-7FC1269C5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1D6071-8D59-BDEF-9669-EDEC8BC3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57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F1087E-80E6-198E-9F78-B8D1F62C4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72CFAA-191A-C133-0848-E9D36334D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1B4677-14A1-0704-95A0-BF3795291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ED6A1-04BE-4D48-B1E9-8EAFB67E5DA9}" type="datetimeFigureOut">
              <a:rPr lang="pt-BR" smtClean="0"/>
              <a:t>23/05/2026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6BECFC-2DD4-B7EC-7E46-BEEF7DCFA0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420E22-8CD7-3734-7FD1-C2EC44411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03BFB-EC15-4D04-861E-04B3093FF7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7878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E1ADF-0E22-7BDC-B4F8-CF19861F0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646169FA-9E6B-56FB-6EB9-F4A765448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2" name="Imagem 1" descr="Uma imagem contendo nome da empresa&#10;&#10;O conteúdo gerado por IA pode estar incorreto.">
            <a:extLst>
              <a:ext uri="{FF2B5EF4-FFF2-40B4-BE49-F238E27FC236}">
                <a16:creationId xmlns:a16="http://schemas.microsoft.com/office/drawing/2014/main" id="{78E739D3-F85C-2B51-A5B7-4334F0878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124"/>
            <a:ext cx="12190095" cy="687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42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277C0-6DB1-9ECD-2B0A-454AEE15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7B39E29C-A8CE-71D1-A92B-D86985743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14" name="Imagem 1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6F31AFB0-3C40-AF96-710C-416A329EC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87" y="204787"/>
            <a:ext cx="9725025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70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11FFB-6C56-B5DF-041A-33413BBD0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3FEE8BCC-CC35-E323-4558-AD6468DFC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5" name="Imagem 4" descr="Tela de celular com texto preto sobre fundo azul&#10;&#10;O conteúdo gerado por IA pode estar incorreto.">
            <a:extLst>
              <a:ext uri="{FF2B5EF4-FFF2-40B4-BE49-F238E27FC236}">
                <a16:creationId xmlns:a16="http://schemas.microsoft.com/office/drawing/2014/main" id="{9E9BEFE3-7E08-EFD7-3CDC-B3A80B67C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537" y="214312"/>
            <a:ext cx="9686925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487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4A2FA-5F91-37ED-9FA7-0429EF064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F4D21655-B9DF-BB7D-F431-8A9FFC55E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4" name="Imagem 3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BF4BD6BD-2A4A-4243-031A-6E7F786A4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5168" cy="685800"/>
          </a:xfrm>
          <a:prstGeom prst="rect">
            <a:avLst/>
          </a:prstGeom>
        </p:spPr>
      </p:pic>
      <p:pic>
        <p:nvPicPr>
          <p:cNvPr id="17" name="Imagem 16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4BB88AFE-65AD-AA71-F36F-6AEAED945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1015" y="46482"/>
            <a:ext cx="1647825" cy="666750"/>
          </a:xfrm>
          <a:prstGeom prst="rect">
            <a:avLst/>
          </a:prstGeom>
        </p:spPr>
      </p:pic>
      <p:pic>
        <p:nvPicPr>
          <p:cNvPr id="19" name="Imagem 18" descr="Interface gráfica do usuário, Site&#10;&#10;O conteúdo gerado por IA pode estar incorreto.">
            <a:extLst>
              <a:ext uri="{FF2B5EF4-FFF2-40B4-BE49-F238E27FC236}">
                <a16:creationId xmlns:a16="http://schemas.microsoft.com/office/drawing/2014/main" id="{62F3BF60-D5E7-020A-EB2F-542749881C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732282"/>
            <a:ext cx="10616183" cy="583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76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09F61-3C2B-7F88-7F53-B3B59604F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8914C16F-BE9C-BDEA-95F0-25171C12B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4" name="Imagem 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4B27D64C-A80F-B76D-2605-2ACA2BF54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8288"/>
            <a:ext cx="3655168" cy="685800"/>
          </a:xfrm>
          <a:prstGeom prst="rect">
            <a:avLst/>
          </a:prstGeom>
        </p:spPr>
      </p:pic>
      <p:pic>
        <p:nvPicPr>
          <p:cNvPr id="11" name="Imagem 10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9D18951C-2FDA-1639-C6B3-6EB452D36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1015" y="46482"/>
            <a:ext cx="1647825" cy="666750"/>
          </a:xfrm>
          <a:prstGeom prst="rect">
            <a:avLst/>
          </a:prstGeom>
        </p:spPr>
      </p:pic>
      <p:pic>
        <p:nvPicPr>
          <p:cNvPr id="15" name="Imagem 14" descr="Interface gráfica do usuário, Texto, Aplicativo, chat ou mensagem de texto&#10;&#10;O conteúdo gerado por IA pode estar incorreto.">
            <a:extLst>
              <a:ext uri="{FF2B5EF4-FFF2-40B4-BE49-F238E27FC236}">
                <a16:creationId xmlns:a16="http://schemas.microsoft.com/office/drawing/2014/main" id="{5D2E4A18-5F29-D64E-4D68-2685868A83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757" y="823722"/>
            <a:ext cx="9610725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639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56DCC-C1FE-AAB0-3B72-4D35CA60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48108C0F-8BA2-0B13-70C1-44806CC9F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2" name="Imagem 1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B2DB24E2-D422-F8C0-B669-5B7F81240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5168" cy="685800"/>
          </a:xfrm>
          <a:prstGeom prst="rect">
            <a:avLst/>
          </a:prstGeom>
        </p:spPr>
      </p:pic>
      <p:pic>
        <p:nvPicPr>
          <p:cNvPr id="10" name="Imagem 9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DB14B4B2-58FB-37EC-B027-E4E59E1DC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1015" y="46482"/>
            <a:ext cx="1647825" cy="666750"/>
          </a:xfrm>
          <a:prstGeom prst="rect">
            <a:avLst/>
          </a:prstGeom>
        </p:spPr>
      </p:pic>
      <p:pic>
        <p:nvPicPr>
          <p:cNvPr id="14" name="Imagem 1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B84D3896-AE11-01E3-5B4E-BBB6B0A82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759714"/>
            <a:ext cx="10835639" cy="569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12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4EDAC-52C2-61C9-6FB9-86F002E2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BA49338E-C796-621F-F335-DBB7171BA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3" name="Imagem 2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D0411946-B140-8AE2-398B-C6E510AE6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5168" cy="685800"/>
          </a:xfrm>
          <a:prstGeom prst="rect">
            <a:avLst/>
          </a:prstGeom>
        </p:spPr>
      </p:pic>
      <p:pic>
        <p:nvPicPr>
          <p:cNvPr id="4" name="Imagem 3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07A4AE46-6156-DF59-0BF9-022897A0C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1015" y="46482"/>
            <a:ext cx="1647825" cy="666750"/>
          </a:xfrm>
          <a:prstGeom prst="rect">
            <a:avLst/>
          </a:prstGeom>
        </p:spPr>
      </p:pic>
      <p:pic>
        <p:nvPicPr>
          <p:cNvPr id="11" name="Imagem 10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55A3011B-B3BD-06B3-4A85-11E05CEF6F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487" y="759714"/>
            <a:ext cx="9725025" cy="58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757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8BA5-89ED-43EF-0EC2-6DE14BDE9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22853B77-C411-BAF7-89AB-B6256C8A6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2" name="Imagem 1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48FD79EA-0BA2-3799-C895-1C1C54020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5168" cy="685800"/>
          </a:xfrm>
          <a:prstGeom prst="rect">
            <a:avLst/>
          </a:prstGeom>
        </p:spPr>
      </p:pic>
      <p:pic>
        <p:nvPicPr>
          <p:cNvPr id="4" name="Imagem 3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19B59435-A467-97D4-941F-971F5BC0D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1015" y="46482"/>
            <a:ext cx="1647825" cy="666750"/>
          </a:xfrm>
          <a:prstGeom prst="rect">
            <a:avLst/>
          </a:prstGeom>
        </p:spPr>
      </p:pic>
      <p:pic>
        <p:nvPicPr>
          <p:cNvPr id="9" name="Imagem 8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B011F546-0921-318E-760F-CD44787C4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112" y="859536"/>
            <a:ext cx="9629775" cy="5755576"/>
          </a:xfrm>
          <a:prstGeom prst="rect">
            <a:avLst/>
          </a:prstGeom>
        </p:spPr>
      </p:pic>
      <p:pic>
        <p:nvPicPr>
          <p:cNvPr id="10" name="Imagem 9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B1433731-1BD2-3104-C221-518AF287F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1545336"/>
            <a:ext cx="1441441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747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13218-4A03-3A5F-153C-36267951A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71936DBA-1199-E3DE-A808-B2BC25A02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5" name="Imagem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754150AD-AA9C-7B2A-09D9-1494E512A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5168" cy="685800"/>
          </a:xfrm>
          <a:prstGeom prst="rect">
            <a:avLst/>
          </a:prstGeom>
        </p:spPr>
      </p:pic>
      <p:pic>
        <p:nvPicPr>
          <p:cNvPr id="7" name="Imagem 6" descr="Tela de vídeo game&#10;&#10;O conteúdo gerado por IA pode estar incorreto.">
            <a:extLst>
              <a:ext uri="{FF2B5EF4-FFF2-40B4-BE49-F238E27FC236}">
                <a16:creationId xmlns:a16="http://schemas.microsoft.com/office/drawing/2014/main" id="{DC70934E-9788-F514-01DC-E801BFF52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081" y="978408"/>
            <a:ext cx="11916759" cy="5073224"/>
          </a:xfrm>
          <a:prstGeom prst="rect">
            <a:avLst/>
          </a:prstGeom>
        </p:spPr>
      </p:pic>
      <p:pic>
        <p:nvPicPr>
          <p:cNvPr id="8" name="Imagem 7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07F05E7D-96A6-9D8F-136C-FC24872BB2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92" y="1115568"/>
            <a:ext cx="1555696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5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1A665-4825-03C4-3648-F9B3EAF2A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952DE7A6-3139-C6DA-C8F7-981B2DD0C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2" name="Imagem 1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91648E77-F793-E551-B764-ADB706646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015" y="46482"/>
            <a:ext cx="1647825" cy="666750"/>
          </a:xfrm>
          <a:prstGeom prst="rect">
            <a:avLst/>
          </a:prstGeom>
        </p:spPr>
      </p:pic>
      <p:pic>
        <p:nvPicPr>
          <p:cNvPr id="3" name="Imagem 2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C60EBFAA-491A-3F61-BDC0-BEDC20131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347"/>
            <a:ext cx="3655168" cy="717579"/>
          </a:xfrm>
          <a:prstGeom prst="rect">
            <a:avLst/>
          </a:prstGeom>
        </p:spPr>
      </p:pic>
      <p:pic>
        <p:nvPicPr>
          <p:cNvPr id="9" name="Imagem 8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3A9A361-819A-A9FB-7185-F2864D786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487" y="868680"/>
            <a:ext cx="9725025" cy="5779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4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A816F-C83D-D540-5DD6-A28C64955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8D2C439C-1BFB-13B0-7278-2C277C3D1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2" name="Imagem 1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9BBDCAB4-DB9A-AFB5-2958-606735B8C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015" y="46482"/>
            <a:ext cx="1647825" cy="666750"/>
          </a:xfrm>
          <a:prstGeom prst="rect">
            <a:avLst/>
          </a:prstGeom>
        </p:spPr>
      </p:pic>
      <p:pic>
        <p:nvPicPr>
          <p:cNvPr id="3" name="Imagem 2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79149AC6-C4E8-600D-807C-C7CEB3F5C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347"/>
            <a:ext cx="3655168" cy="717579"/>
          </a:xfrm>
          <a:prstGeom prst="rect">
            <a:avLst/>
          </a:prstGeom>
        </p:spPr>
      </p:pic>
      <p:pic>
        <p:nvPicPr>
          <p:cNvPr id="7" name="Imagem 6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005E4EAC-1573-8EB4-A06F-1AF4AD7BA9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475" y="759714"/>
            <a:ext cx="9163050" cy="58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897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68EBE-1C09-3C07-D987-98ABC79F1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667B72FB-BE09-AE64-B85D-FB0A20599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2" name="Imagem 1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7A6C8025-2EE3-8978-E9A2-9C788BE85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015" y="46482"/>
            <a:ext cx="1647825" cy="666750"/>
          </a:xfrm>
          <a:prstGeom prst="rect">
            <a:avLst/>
          </a:prstGeom>
        </p:spPr>
      </p:pic>
      <p:pic>
        <p:nvPicPr>
          <p:cNvPr id="7" name="Imagem 6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8BD5517C-0889-464B-1631-7C399378E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347"/>
            <a:ext cx="3655168" cy="717579"/>
          </a:xfrm>
          <a:prstGeom prst="rect">
            <a:avLst/>
          </a:prstGeom>
        </p:spPr>
      </p:pic>
      <p:pic>
        <p:nvPicPr>
          <p:cNvPr id="9" name="Imagem 8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A0BFC8C3-CC1D-901F-A145-8316772052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112" y="759714"/>
            <a:ext cx="9629775" cy="585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49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2EBBD-EA54-8962-1E53-A0AD278B1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magem em branco e preto&#10;&#10;O conteúdo gerado por IA pode estar incorreto.">
            <a:extLst>
              <a:ext uri="{FF2B5EF4-FFF2-40B4-BE49-F238E27FC236}">
                <a16:creationId xmlns:a16="http://schemas.microsoft.com/office/drawing/2014/main" id="{DFED1C3C-1132-D6B8-DE25-D612F29EC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095" cy="6858000"/>
          </a:xfrm>
          <a:prstGeom prst="rect">
            <a:avLst/>
          </a:prstGeom>
        </p:spPr>
      </p:pic>
      <p:pic>
        <p:nvPicPr>
          <p:cNvPr id="2" name="Imagem 1" descr="Desenho de um círculo&#10;&#10;O conteúdo gerado por IA pode estar incorreto.">
            <a:extLst>
              <a:ext uri="{FF2B5EF4-FFF2-40B4-BE49-F238E27FC236}">
                <a16:creationId xmlns:a16="http://schemas.microsoft.com/office/drawing/2014/main" id="{3E384AD4-9767-3799-34DB-351882594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015" y="46482"/>
            <a:ext cx="1647825" cy="666750"/>
          </a:xfrm>
          <a:prstGeom prst="rect">
            <a:avLst/>
          </a:prstGeom>
        </p:spPr>
      </p:pic>
      <p:pic>
        <p:nvPicPr>
          <p:cNvPr id="5" name="Imagem 4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992421D9-4E4F-B9E2-62BC-B5EA45272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4347"/>
            <a:ext cx="3655168" cy="717579"/>
          </a:xfrm>
          <a:prstGeom prst="rect">
            <a:avLst/>
          </a:prstGeom>
        </p:spPr>
      </p:pic>
      <p:pic>
        <p:nvPicPr>
          <p:cNvPr id="8" name="Imagem 7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8ADCB598-E5F2-31A9-9160-CB86D5E51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112" y="759714"/>
            <a:ext cx="9629775" cy="585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866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4</cp:revision>
  <dcterms:created xsi:type="dcterms:W3CDTF">2026-05-22T00:10:43Z</dcterms:created>
  <dcterms:modified xsi:type="dcterms:W3CDTF">2026-05-24T01:43:51Z</dcterms:modified>
</cp:coreProperties>
</file>